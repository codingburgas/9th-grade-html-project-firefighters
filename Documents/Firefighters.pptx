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3E52AA-C047-D99B-65B8-17ECFAE5E380}" v="208" dt="2025-06-07T07:38:06.560"/>
    <p1510:client id="{BEBECDEA-595F-C83D-753E-C52D3508AD8A}" v="456" dt="2025-06-07T19:28:24.4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48A87A34-81AB-432B-8DAE-1953F412C126}" type="datetimeFigureOut">
              <a:rPr lang="en-US" dirty="0"/>
              <a:pPr/>
              <a:t>6/7/2025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476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7" name="Group 26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1824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6/7/2025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8383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6/7/2025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87174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6/7/2025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45836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49119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6/7/2025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6153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585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6/7/2025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8759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6/7/2025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0371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6/7/2025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4217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6</a:t>
            </a:r>
          </a:p>
          <a:p>
            <a:pPr lvl="6"/>
            <a:r>
              <a:rPr lang="en-US" dirty="0"/>
              <a:t>7</a:t>
            </a:r>
          </a:p>
          <a:p>
            <a:pPr lvl="7"/>
            <a:r>
              <a:rPr lang="en-US" dirty="0"/>
              <a:t>8</a:t>
            </a:r>
          </a:p>
          <a:p>
            <a:pPr lvl="8"/>
            <a:r>
              <a:rPr lang="en-US" dirty="0"/>
              <a:t>9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6/7/2025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604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904BE49-D42F-4F46-B6D8-2F31712168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57C06C8-18BE-4336-B9E0-3E15ACC93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C1C39E9B-4917-47D7-B9CB-56480F8876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>
                <a:gd name="T0" fmla="*/ 1752 w 2038"/>
                <a:gd name="T1" fmla="*/ 1169 h 1169"/>
                <a:gd name="T2" fmla="*/ 1487 w 2038"/>
                <a:gd name="T3" fmla="*/ 334 h 1169"/>
                <a:gd name="T4" fmla="*/ 860 w 2038"/>
                <a:gd name="T5" fmla="*/ 22 h 1169"/>
                <a:gd name="T6" fmla="*/ 199 w 2038"/>
                <a:gd name="T7" fmla="*/ 318 h 1169"/>
                <a:gd name="T8" fmla="*/ 399 w 2038"/>
                <a:gd name="T9" fmla="*/ 1165 h 1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5F7200AE-DDFE-46D2-ABCA-99906B970E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>
                <a:gd name="T0" fmla="*/ 1025 w 1549"/>
                <a:gd name="T1" fmla="*/ 1016 h 1017"/>
                <a:gd name="T2" fmla="*/ 1443 w 1549"/>
                <a:gd name="T3" fmla="*/ 592 h 1017"/>
                <a:gd name="T4" fmla="*/ 782 w 1549"/>
                <a:gd name="T5" fmla="*/ 53 h 1017"/>
                <a:gd name="T6" fmla="*/ 150 w 1549"/>
                <a:gd name="T7" fmla="*/ 329 h 1017"/>
                <a:gd name="T8" fmla="*/ 477 w 1549"/>
                <a:gd name="T9" fmla="*/ 101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Freeform 7">
              <a:extLst>
                <a:ext uri="{FF2B5EF4-FFF2-40B4-BE49-F238E27FC236}">
                  <a16:creationId xmlns:a16="http://schemas.microsoft.com/office/drawing/2014/main" id="{CAC40760-2393-4FAE-9A58-F4CDC06716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>
                <a:gd name="T0" fmla="*/ 1302 w 1688"/>
                <a:gd name="T1" fmla="*/ 1066 h 1066"/>
                <a:gd name="T2" fmla="*/ 1613 w 1688"/>
                <a:gd name="T3" fmla="*/ 850 h 1066"/>
                <a:gd name="T4" fmla="*/ 1517 w 1688"/>
                <a:gd name="T5" fmla="*/ 471 h 1066"/>
                <a:gd name="T6" fmla="*/ 798 w 1688"/>
                <a:gd name="T7" fmla="*/ 28 h 1066"/>
                <a:gd name="T8" fmla="*/ 181 w 1688"/>
                <a:gd name="T9" fmla="*/ 333 h 1066"/>
                <a:gd name="T10" fmla="*/ 420 w 1688"/>
                <a:gd name="T11" fmla="*/ 1066 h 1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Freeform 8">
              <a:extLst>
                <a:ext uri="{FF2B5EF4-FFF2-40B4-BE49-F238E27FC236}">
                  <a16:creationId xmlns:a16="http://schemas.microsoft.com/office/drawing/2014/main" id="{1080422B-1649-4C8E-9459-4214243609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>
                <a:gd name="T0" fmla="*/ 1873 w 2171"/>
                <a:gd name="T1" fmla="*/ 1326 h 1326"/>
                <a:gd name="T2" fmla="*/ 1609 w 2171"/>
                <a:gd name="T3" fmla="*/ 473 h 1326"/>
                <a:gd name="T4" fmla="*/ 880 w 2171"/>
                <a:gd name="T5" fmla="*/ 63 h 1326"/>
                <a:gd name="T6" fmla="*/ 0 w 2171"/>
                <a:gd name="T7" fmla="*/ 423 h 13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0136A7BD-0DB3-401B-A6AB-38BD30D100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>
                <a:gd name="T0" fmla="*/ 0 w 106"/>
                <a:gd name="T1" fmla="*/ 0 h 143"/>
                <a:gd name="T2" fmla="*/ 106 w 106"/>
                <a:gd name="T3" fmla="*/ 143 h 1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Freeform 10">
              <a:extLst>
                <a:ext uri="{FF2B5EF4-FFF2-40B4-BE49-F238E27FC236}">
                  <a16:creationId xmlns:a16="http://schemas.microsoft.com/office/drawing/2014/main" id="{FD037346-242B-41AF-8CF5-C35284CA2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>
                <a:gd name="T0" fmla="*/ 2046 w 2330"/>
                <a:gd name="T1" fmla="*/ 1452 h 1452"/>
                <a:gd name="T2" fmla="*/ 1813 w 2330"/>
                <a:gd name="T3" fmla="*/ 601 h 1452"/>
                <a:gd name="T4" fmla="*/ 956 w 2330"/>
                <a:gd name="T5" fmla="*/ 97 h 1452"/>
                <a:gd name="T6" fmla="*/ 0 w 2330"/>
                <a:gd name="T7" fmla="*/ 366 h 14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Freeform 11">
              <a:extLst>
                <a:ext uri="{FF2B5EF4-FFF2-40B4-BE49-F238E27FC236}">
                  <a16:creationId xmlns:a16="http://schemas.microsoft.com/office/drawing/2014/main" id="{238EBF94-0BBF-4BAE-AE27-729E3AC135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>
                <a:gd name="T0" fmla="*/ 1094 w 1216"/>
                <a:gd name="T1" fmla="*/ 1436 h 1436"/>
                <a:gd name="T2" fmla="*/ 709 w 1216"/>
                <a:gd name="T3" fmla="*/ 551 h 1436"/>
                <a:gd name="T4" fmla="*/ 0 w 1216"/>
                <a:gd name="T5" fmla="*/ 0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12">
              <a:extLst>
                <a:ext uri="{FF2B5EF4-FFF2-40B4-BE49-F238E27FC236}">
                  <a16:creationId xmlns:a16="http://schemas.microsoft.com/office/drawing/2014/main" id="{3940EFD7-EB1A-47AF-9DC9-7D4FCC6011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>
                <a:gd name="T0" fmla="*/ 222 w 222"/>
                <a:gd name="T1" fmla="*/ 0 h 129"/>
                <a:gd name="T2" fmla="*/ 0 w 222"/>
                <a:gd name="T3" fmla="*/ 129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13">
              <a:extLst>
                <a:ext uri="{FF2B5EF4-FFF2-40B4-BE49-F238E27FC236}">
                  <a16:creationId xmlns:a16="http://schemas.microsoft.com/office/drawing/2014/main" id="{6BAA7A10-98A8-4931-9BE2-B573EB376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>
                <a:gd name="T0" fmla="*/ 1067 w 1174"/>
                <a:gd name="T1" fmla="*/ 1440 h 1440"/>
                <a:gd name="T2" fmla="*/ 698 w 1174"/>
                <a:gd name="T3" fmla="*/ 577 h 1440"/>
                <a:gd name="T4" fmla="*/ 0 w 1174"/>
                <a:gd name="T5" fmla="*/ 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Freeform 14">
              <a:extLst>
                <a:ext uri="{FF2B5EF4-FFF2-40B4-BE49-F238E27FC236}">
                  <a16:creationId xmlns:a16="http://schemas.microsoft.com/office/drawing/2014/main" id="{420223F5-34A9-4388-AF7B-38C76242FC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>
                <a:gd name="T0" fmla="*/ 125 w 125"/>
                <a:gd name="T1" fmla="*/ 0 h 74"/>
                <a:gd name="T2" fmla="*/ 0 w 125"/>
                <a:gd name="T3" fmla="*/ 74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Freeform 15">
              <a:extLst>
                <a:ext uri="{FF2B5EF4-FFF2-40B4-BE49-F238E27FC236}">
                  <a16:creationId xmlns:a16="http://schemas.microsoft.com/office/drawing/2014/main" id="{3CC9C746-C646-4363-B3D3-349B5C18C3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>
                <a:gd name="T0" fmla="*/ 1056 w 1155"/>
                <a:gd name="T1" fmla="*/ 1440 h 1440"/>
                <a:gd name="T2" fmla="*/ 686 w 1155"/>
                <a:gd name="T3" fmla="*/ 580 h 1440"/>
                <a:gd name="T4" fmla="*/ 0 w 1155"/>
                <a:gd name="T5" fmla="*/ 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Freeform 16">
              <a:extLst>
                <a:ext uri="{FF2B5EF4-FFF2-40B4-BE49-F238E27FC236}">
                  <a16:creationId xmlns:a16="http://schemas.microsoft.com/office/drawing/2014/main" id="{3EAA5BC5-AB13-4C8E-9D9D-05DE777C5F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>
                <a:gd name="T0" fmla="*/ 75 w 75"/>
                <a:gd name="T1" fmla="*/ 0 h 45"/>
                <a:gd name="T2" fmla="*/ 0 w 75"/>
                <a:gd name="T3" fmla="*/ 45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Freeform 17">
              <a:extLst>
                <a:ext uri="{FF2B5EF4-FFF2-40B4-BE49-F238E27FC236}">
                  <a16:creationId xmlns:a16="http://schemas.microsoft.com/office/drawing/2014/main" id="{500FC397-0569-4EC4-926A-DDD62AC49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>
                <a:gd name="T0" fmla="*/ 1053 w 1160"/>
                <a:gd name="T1" fmla="*/ 1441 h 1441"/>
                <a:gd name="T2" fmla="*/ 705 w 1160"/>
                <a:gd name="T3" fmla="*/ 599 h 1441"/>
                <a:gd name="T4" fmla="*/ 0 w 1160"/>
                <a:gd name="T5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Freeform 18">
              <a:extLst>
                <a:ext uri="{FF2B5EF4-FFF2-40B4-BE49-F238E27FC236}">
                  <a16:creationId xmlns:a16="http://schemas.microsoft.com/office/drawing/2014/main" id="{284FF041-FE7D-47CD-830F-7FABF41C7C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>
                <a:gd name="T0" fmla="*/ 1040 w 1137"/>
                <a:gd name="T1" fmla="*/ 1440 h 1440"/>
                <a:gd name="T2" fmla="*/ 698 w 1137"/>
                <a:gd name="T3" fmla="*/ 611 h 1440"/>
                <a:gd name="T4" fmla="*/ 0 w 1137"/>
                <a:gd name="T5" fmla="*/ 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Freeform 19">
              <a:extLst>
                <a:ext uri="{FF2B5EF4-FFF2-40B4-BE49-F238E27FC236}">
                  <a16:creationId xmlns:a16="http://schemas.microsoft.com/office/drawing/2014/main" id="{224154F3-CDFE-4FFF-92E4-ECEACF4A66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>
                <a:gd name="T0" fmla="*/ 1011 w 1058"/>
                <a:gd name="T1" fmla="*/ 1439 h 1439"/>
                <a:gd name="T2" fmla="*/ 648 w 1058"/>
                <a:gd name="T3" fmla="*/ 617 h 1439"/>
                <a:gd name="T4" fmla="*/ 0 w 1058"/>
                <a:gd name="T5" fmla="*/ 0 h 14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Freeform 20">
              <a:extLst>
                <a:ext uri="{FF2B5EF4-FFF2-40B4-BE49-F238E27FC236}">
                  <a16:creationId xmlns:a16="http://schemas.microsoft.com/office/drawing/2014/main" id="{CCE7404D-AA5A-4B82-A875-07F35D7C2D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>
                <a:gd name="T0" fmla="*/ 718 w 718"/>
                <a:gd name="T1" fmla="*/ 575 h 575"/>
                <a:gd name="T2" fmla="*/ 0 w 718"/>
                <a:gd name="T3" fmla="*/ 0 h 5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21">
              <a:extLst>
                <a:ext uri="{FF2B5EF4-FFF2-40B4-BE49-F238E27FC236}">
                  <a16:creationId xmlns:a16="http://schemas.microsoft.com/office/drawing/2014/main" id="{526B6FED-4F20-4070-95B4-FF6F439E1C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>
                <a:gd name="T0" fmla="*/ 620 w 620"/>
                <a:gd name="T1" fmla="*/ 536 h 536"/>
                <a:gd name="T2" fmla="*/ 0 w 620"/>
                <a:gd name="T3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Freeform 22">
              <a:extLst>
                <a:ext uri="{FF2B5EF4-FFF2-40B4-BE49-F238E27FC236}">
                  <a16:creationId xmlns:a16="http://schemas.microsoft.com/office/drawing/2014/main" id="{3A75958D-1716-4B5A-A745-AFA4962FA4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>
                <a:gd name="T0" fmla="*/ 0 w 455"/>
                <a:gd name="T1" fmla="*/ 0 h 285"/>
                <a:gd name="T2" fmla="*/ 455 w 455"/>
                <a:gd name="T3" fmla="*/ 285 h 2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Freeform 23">
              <a:extLst>
                <a:ext uri="{FF2B5EF4-FFF2-40B4-BE49-F238E27FC236}">
                  <a16:creationId xmlns:a16="http://schemas.microsoft.com/office/drawing/2014/main" id="{531A2051-17DE-4E9D-9EA6-026B97B1A9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>
                <a:gd name="T0" fmla="*/ 0 w 188"/>
                <a:gd name="T1" fmla="*/ 0 h 112"/>
                <a:gd name="T2" fmla="*/ 188 w 188"/>
                <a:gd name="T3" fmla="*/ 112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CE0642A0-80D3-4F37-8249-A07E6F3828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680" y="-6706"/>
            <a:ext cx="12194680" cy="4127711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>
                <a:alpha val="2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Картина 3" descr="Картина, която съдържа Графика, лого, Шрифт, дизайн&#10;&#10;Генерирано от ИИ съдържание може да е неправилно.">
            <a:extLst>
              <a:ext uri="{FF2B5EF4-FFF2-40B4-BE49-F238E27FC236}">
                <a16:creationId xmlns:a16="http://schemas.microsoft.com/office/drawing/2014/main" id="{2B1BD9C2-E0C2-0116-2590-8B4E69531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779" y="568335"/>
            <a:ext cx="4616122" cy="3230853"/>
          </a:xfrm>
          <a:prstGeom prst="rect">
            <a:avLst/>
          </a:prstGeom>
          <a:ln w="12700">
            <a:noFill/>
          </a:ln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FA760135-24A9-40C9-B45F-2EB5B6420E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4206292"/>
            <a:ext cx="12192755" cy="1771275"/>
            <a:chOff x="1" y="3893141"/>
            <a:chExt cx="12192755" cy="1771275"/>
          </a:xfrm>
        </p:grpSpPr>
        <p:sp>
          <p:nvSpPr>
            <p:cNvPr id="35" name="Isosceles Triangle 39">
              <a:extLst>
                <a:ext uri="{FF2B5EF4-FFF2-40B4-BE49-F238E27FC236}">
                  <a16:creationId xmlns:a16="http://schemas.microsoft.com/office/drawing/2014/main" id="{20E3CEE0-0CB3-421F-99FC-4585E62437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346BB80-2556-4779-9642-5706CAA33C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3893141"/>
              <a:ext cx="12192755" cy="142021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Заглавие 1"/>
          <p:cNvSpPr>
            <a:spLocks noGrp="1"/>
          </p:cNvSpPr>
          <p:nvPr>
            <p:ph type="ctrTitle"/>
          </p:nvPr>
        </p:nvSpPr>
        <p:spPr>
          <a:xfrm>
            <a:off x="1683982" y="4293388"/>
            <a:ext cx="8833655" cy="727748"/>
          </a:xfrm>
        </p:spPr>
        <p:txBody>
          <a:bodyPr>
            <a:normAutofit fontScale="90000"/>
          </a:bodyPr>
          <a:lstStyle/>
          <a:p>
            <a:r>
              <a:rPr lang="bg-BG" sz="4000" b="1" err="1">
                <a:ea typeface="Calibri Light"/>
                <a:cs typeface="Calibri Light"/>
              </a:rPr>
              <a:t>Presentation</a:t>
            </a:r>
            <a:endParaRPr lang="bg-BG" sz="4000" b="1">
              <a:ea typeface="Calibri Light"/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1748730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ACAC9-7884-2BA9-2EB3-B61E90AAE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err="1">
                <a:ea typeface="Calibri Light"/>
                <a:cs typeface="Calibri Light"/>
              </a:rPr>
              <a:t>Our</a:t>
            </a:r>
            <a:r>
              <a:rPr lang="bg-BG" dirty="0">
                <a:ea typeface="Calibri Light"/>
                <a:cs typeface="Calibri Light"/>
              </a:rPr>
              <a:t> </a:t>
            </a:r>
            <a:r>
              <a:rPr lang="bg-BG" dirty="0" err="1">
                <a:ea typeface="Calibri Light"/>
                <a:cs typeface="Calibri Light"/>
              </a:rPr>
              <a:t>members</a:t>
            </a:r>
            <a:r>
              <a:rPr lang="bg-BG" dirty="0">
                <a:ea typeface="Calibri Light"/>
                <a:cs typeface="Calibri Light"/>
              </a:rPr>
              <a:t>:</a:t>
            </a:r>
            <a:endParaRPr lang="bg-B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3AC77B-5C06-969C-01CC-61228F509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6122" y="1503402"/>
            <a:ext cx="3244171" cy="841379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bg-BG" sz="2400" err="1"/>
              <a:t>Scrum</a:t>
            </a:r>
            <a:r>
              <a:rPr lang="bg-BG" sz="2400" dirty="0"/>
              <a:t> </a:t>
            </a:r>
            <a:r>
              <a:rPr lang="bg-BG" sz="2400" err="1"/>
              <a:t>Trainer</a:t>
            </a:r>
            <a:r>
              <a:rPr lang="bg-BG" sz="2400" dirty="0"/>
              <a:t>, </a:t>
            </a:r>
            <a:r>
              <a:rPr lang="bg-BG" sz="2400" err="1"/>
              <a:t>Frontend</a:t>
            </a:r>
            <a:r>
              <a:rPr lang="bg-BG" sz="2400" dirty="0"/>
              <a:t> </a:t>
            </a:r>
            <a:r>
              <a:rPr lang="bg-BG" sz="2400" err="1"/>
              <a:t>Developer</a:t>
            </a:r>
            <a:endParaRPr lang="bg-BG" sz="2400"/>
          </a:p>
        </p:txBody>
      </p:sp>
      <p:pic>
        <p:nvPicPr>
          <p:cNvPr id="4" name="Картина 3" descr="Картина, която съдържа човек, Човешко лице, вежда, устна&#10;&#10;Генерирано от ИИ съдържание може да е неправилно.">
            <a:extLst>
              <a:ext uri="{FF2B5EF4-FFF2-40B4-BE49-F238E27FC236}">
                <a16:creationId xmlns:a16="http://schemas.microsoft.com/office/drawing/2014/main" id="{813F7646-3357-3C3B-6B1C-B3DE8C1062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995" y="2910825"/>
            <a:ext cx="2005913" cy="190680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5" name="Картина 4" descr="Картина, която съдържа човек, дрехи, врат, Човешко лице&#10;&#10;Генерирано от ИИ съдържание може да е неправилно.">
            <a:extLst>
              <a:ext uri="{FF2B5EF4-FFF2-40B4-BE49-F238E27FC236}">
                <a16:creationId xmlns:a16="http://schemas.microsoft.com/office/drawing/2014/main" id="{77F99011-B98C-8CA3-EFE8-92AB39D58E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4886" y="429914"/>
            <a:ext cx="1992526" cy="192044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Текстово поле 5">
            <a:extLst>
              <a:ext uri="{FF2B5EF4-FFF2-40B4-BE49-F238E27FC236}">
                <a16:creationId xmlns:a16="http://schemas.microsoft.com/office/drawing/2014/main" id="{80314879-CFF1-A98B-6F33-1C4D3C0FC182}"/>
              </a:ext>
            </a:extLst>
          </p:cNvPr>
          <p:cNvSpPr txBox="1"/>
          <p:nvPr/>
        </p:nvSpPr>
        <p:spPr>
          <a:xfrm>
            <a:off x="7239574" y="491861"/>
            <a:ext cx="4011738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bg-BG" sz="2000" err="1"/>
              <a:t>Mihail</a:t>
            </a:r>
            <a:r>
              <a:rPr lang="bg-BG" sz="2000" dirty="0"/>
              <a:t> </a:t>
            </a:r>
            <a:r>
              <a:rPr lang="bg-BG" sz="2000" err="1"/>
              <a:t>Karanikolov</a:t>
            </a:r>
            <a:endParaRPr lang="bg-BG" sz="2000"/>
          </a:p>
          <a:p>
            <a:r>
              <a:rPr lang="bg-BG" sz="2000" dirty="0">
                <a:solidFill>
                  <a:srgbClr val="0070C0"/>
                </a:solidFill>
              </a:rPr>
              <a:t>9G</a:t>
            </a:r>
          </a:p>
        </p:txBody>
      </p:sp>
      <p:sp>
        <p:nvSpPr>
          <p:cNvPr id="7" name="Текстово поле 6">
            <a:extLst>
              <a:ext uri="{FF2B5EF4-FFF2-40B4-BE49-F238E27FC236}">
                <a16:creationId xmlns:a16="http://schemas.microsoft.com/office/drawing/2014/main" id="{7D35330F-563C-2224-DB54-1D753348675F}"/>
              </a:ext>
            </a:extLst>
          </p:cNvPr>
          <p:cNvSpPr txBox="1"/>
          <p:nvPr/>
        </p:nvSpPr>
        <p:spPr>
          <a:xfrm>
            <a:off x="7347168" y="3012647"/>
            <a:ext cx="3273947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bg-BG" sz="2000" err="1"/>
              <a:t>Damyan</a:t>
            </a:r>
            <a:r>
              <a:rPr lang="bg-BG" sz="2000" dirty="0"/>
              <a:t> </a:t>
            </a:r>
            <a:r>
              <a:rPr lang="bg-BG" sz="2000" err="1"/>
              <a:t>Kerchev</a:t>
            </a:r>
            <a:endParaRPr lang="bg-BG" sz="2000" dirty="0"/>
          </a:p>
          <a:p>
            <a:r>
              <a:rPr lang="bg-BG" sz="2000" dirty="0">
                <a:solidFill>
                  <a:srgbClr val="FFFF00"/>
                </a:solidFill>
              </a:rPr>
              <a:t>9A</a:t>
            </a:r>
          </a:p>
        </p:txBody>
      </p:sp>
      <p:sp>
        <p:nvSpPr>
          <p:cNvPr id="8" name="Текстово поле 7">
            <a:extLst>
              <a:ext uri="{FF2B5EF4-FFF2-40B4-BE49-F238E27FC236}">
                <a16:creationId xmlns:a16="http://schemas.microsoft.com/office/drawing/2014/main" id="{42038D4D-36A2-31C3-7CBB-F2766C75DF88}"/>
              </a:ext>
            </a:extLst>
          </p:cNvPr>
          <p:cNvSpPr txBox="1"/>
          <p:nvPr/>
        </p:nvSpPr>
        <p:spPr>
          <a:xfrm>
            <a:off x="7120327" y="3985317"/>
            <a:ext cx="4293379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Wingdings"/>
              <a:buChar char="§"/>
            </a:pPr>
            <a:r>
              <a:rPr lang="bg-BG" sz="2400" err="1"/>
              <a:t>Backend</a:t>
            </a:r>
            <a:r>
              <a:rPr lang="bg-BG" sz="2400" dirty="0"/>
              <a:t> </a:t>
            </a:r>
            <a:r>
              <a:rPr lang="bg-BG" sz="2400" err="1"/>
              <a:t>Developer</a:t>
            </a:r>
            <a:r>
              <a:rPr lang="bg-BG" sz="2400" dirty="0"/>
              <a:t>, </a:t>
            </a:r>
            <a:r>
              <a:rPr lang="bg-BG" sz="2400" err="1"/>
              <a:t>Designer</a:t>
            </a:r>
            <a:endParaRPr lang="bg-BG" sz="2400"/>
          </a:p>
        </p:txBody>
      </p:sp>
    </p:spTree>
    <p:extLst>
      <p:ext uri="{BB962C8B-B14F-4D97-AF65-F5344CB8AC3E}">
        <p14:creationId xmlns:p14="http://schemas.microsoft.com/office/powerpoint/2010/main" val="20174607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Картина 8" descr="Картина, която съдържа анимирана рисунка&#10;&#10;Генерирано от ИИ съдържание може да е неправилно.">
            <a:extLst>
              <a:ext uri="{FF2B5EF4-FFF2-40B4-BE49-F238E27FC236}">
                <a16:creationId xmlns:a16="http://schemas.microsoft.com/office/drawing/2014/main" id="{9BAFE061-C59E-9ACD-D9EA-39DF99C9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297" y="4242486"/>
            <a:ext cx="1606378" cy="169905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Картина 6" descr="Картина, която съдържа лого, символ, Електриково синьо, екранна снимка&#10;&#10;Генерирано от ИИ съдържание може да е неправилно.">
            <a:extLst>
              <a:ext uri="{FF2B5EF4-FFF2-40B4-BE49-F238E27FC236}">
                <a16:creationId xmlns:a16="http://schemas.microsoft.com/office/drawing/2014/main" id="{F66102B0-109C-1D5F-6485-A892FC72E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2408" y="2753110"/>
            <a:ext cx="1331183" cy="135177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6D22FF0-B406-8325-1B22-C88B4E98F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199" y="2195466"/>
            <a:ext cx="4013843" cy="2456442"/>
          </a:xfrm>
        </p:spPr>
        <p:txBody>
          <a:bodyPr/>
          <a:lstStyle/>
          <a:p>
            <a:r>
              <a:rPr lang="bg-BG" dirty="0" err="1">
                <a:ea typeface="Calibri Light"/>
                <a:cs typeface="Calibri Light"/>
              </a:rPr>
              <a:t>Used</a:t>
            </a:r>
            <a:r>
              <a:rPr lang="bg-BG" dirty="0">
                <a:ea typeface="Calibri Light"/>
                <a:cs typeface="Calibri Light"/>
              </a:rPr>
              <a:t> Technologies/</a:t>
            </a:r>
            <a:r>
              <a:rPr lang="bg-BG" dirty="0" err="1">
                <a:ea typeface="Calibri Light"/>
                <a:cs typeface="Calibri Light"/>
              </a:rPr>
              <a:t>Apps</a:t>
            </a:r>
            <a:endParaRPr lang="bg-BG" dirty="0" err="1"/>
          </a:p>
        </p:txBody>
      </p:sp>
      <p:pic>
        <p:nvPicPr>
          <p:cNvPr id="4" name="Content Placeholder 3" descr="Картина, която съдържа черен, тъмнина&#10;&#10;Генерирано от ИИ съдържание може да е неправилно.">
            <a:extLst>
              <a:ext uri="{FF2B5EF4-FFF2-40B4-BE49-F238E27FC236}">
                <a16:creationId xmlns:a16="http://schemas.microsoft.com/office/drawing/2014/main" id="{DE28B5F7-6032-9994-3965-5403F14C08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4759801" y="638429"/>
            <a:ext cx="1191487" cy="116059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Картина 5" descr="Картина, която съдържа екранна снимка, Графика, символ, дизайн&#10;&#10;Генерирано от ИИ съдържание може да е неправилно.">
            <a:extLst>
              <a:ext uri="{FF2B5EF4-FFF2-40B4-BE49-F238E27FC236}">
                <a16:creationId xmlns:a16="http://schemas.microsoft.com/office/drawing/2014/main" id="{00554127-5CDB-B9EF-4386-701E7EBD96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8024" y="2192295"/>
            <a:ext cx="1351005" cy="135100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8" name="Картина 7" descr="Картина, която съдържа лого, символ, Графика, Шрифт&#10;&#10;Генерирано от ИИ съдържание може да е неправилно.">
            <a:extLst>
              <a:ext uri="{FF2B5EF4-FFF2-40B4-BE49-F238E27FC236}">
                <a16:creationId xmlns:a16="http://schemas.microsoft.com/office/drawing/2014/main" id="{1C618301-C44A-466F-B4B8-4A1F8DB6DE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014" y="4981446"/>
            <a:ext cx="1703945" cy="170394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Текстово поле 9">
            <a:extLst>
              <a:ext uri="{FF2B5EF4-FFF2-40B4-BE49-F238E27FC236}">
                <a16:creationId xmlns:a16="http://schemas.microsoft.com/office/drawing/2014/main" id="{711661CE-1153-E229-7D3B-40F0CD53D82E}"/>
              </a:ext>
            </a:extLst>
          </p:cNvPr>
          <p:cNvSpPr txBox="1"/>
          <p:nvPr/>
        </p:nvSpPr>
        <p:spPr>
          <a:xfrm>
            <a:off x="5959194" y="642722"/>
            <a:ext cx="1987375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bg-BG" sz="2400" err="1">
                <a:ea typeface="+mn-lt"/>
                <a:cs typeface="+mn-lt"/>
              </a:rPr>
              <a:t>GitHub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for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submitting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out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work</a:t>
            </a:r>
            <a:endParaRPr lang="bg-BG" sz="2000" dirty="0" err="1"/>
          </a:p>
        </p:txBody>
      </p:sp>
      <p:pic>
        <p:nvPicPr>
          <p:cNvPr id="11" name="Картина 10" descr="Visual Studio Code Logo Transparent">
            <a:extLst>
              <a:ext uri="{FF2B5EF4-FFF2-40B4-BE49-F238E27FC236}">
                <a16:creationId xmlns:a16="http://schemas.microsoft.com/office/drawing/2014/main" id="{B0F82C15-65F4-4709-66FC-C68687A7F5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35563" y="574589"/>
            <a:ext cx="1353069" cy="122949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3" name="Текстово поле 12">
            <a:extLst>
              <a:ext uri="{FF2B5EF4-FFF2-40B4-BE49-F238E27FC236}">
                <a16:creationId xmlns:a16="http://schemas.microsoft.com/office/drawing/2014/main" id="{A3C20350-A06B-8FA7-151F-489E73A43BB0}"/>
              </a:ext>
            </a:extLst>
          </p:cNvPr>
          <p:cNvSpPr txBox="1"/>
          <p:nvPr/>
        </p:nvSpPr>
        <p:spPr>
          <a:xfrm>
            <a:off x="8787301" y="645798"/>
            <a:ext cx="3391311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bg-BG" sz="2400" err="1">
                <a:solidFill>
                  <a:srgbClr val="0070C0"/>
                </a:solidFill>
              </a:rPr>
              <a:t>Visual</a:t>
            </a:r>
            <a:r>
              <a:rPr lang="bg-BG" sz="2400" dirty="0">
                <a:solidFill>
                  <a:srgbClr val="0070C0"/>
                </a:solidFill>
              </a:rPr>
              <a:t> </a:t>
            </a:r>
            <a:r>
              <a:rPr lang="bg-BG" sz="2400" err="1">
                <a:solidFill>
                  <a:srgbClr val="0070C0"/>
                </a:solidFill>
              </a:rPr>
              <a:t>Studio</a:t>
            </a:r>
            <a:r>
              <a:rPr lang="bg-BG" sz="2400" dirty="0">
                <a:solidFill>
                  <a:srgbClr val="0070C0"/>
                </a:solidFill>
              </a:rPr>
              <a:t> </a:t>
            </a:r>
            <a:r>
              <a:rPr lang="bg-BG" sz="2400" err="1">
                <a:solidFill>
                  <a:srgbClr val="0070C0"/>
                </a:solidFill>
              </a:rPr>
              <a:t>Code</a:t>
            </a:r>
            <a:r>
              <a:rPr lang="bg-BG" sz="2400" dirty="0"/>
              <a:t> </a:t>
            </a:r>
            <a:r>
              <a:rPr lang="bg-BG" sz="2400" err="1"/>
              <a:t>to</a:t>
            </a:r>
            <a:r>
              <a:rPr lang="bg-BG" sz="2400" dirty="0"/>
              <a:t> </a:t>
            </a:r>
            <a:r>
              <a:rPr lang="bg-BG" sz="2400" err="1"/>
              <a:t>make</a:t>
            </a:r>
            <a:r>
              <a:rPr lang="bg-BG" sz="2400" dirty="0"/>
              <a:t> </a:t>
            </a:r>
            <a:r>
              <a:rPr lang="bg-BG" sz="2400" err="1"/>
              <a:t>make</a:t>
            </a:r>
            <a:r>
              <a:rPr lang="bg-BG" sz="2400" dirty="0"/>
              <a:t> </a:t>
            </a:r>
            <a:r>
              <a:rPr lang="bg-BG" sz="2400" err="1"/>
              <a:t>the</a:t>
            </a:r>
            <a:r>
              <a:rPr lang="bg-BG" sz="2400" dirty="0"/>
              <a:t> </a:t>
            </a:r>
            <a:r>
              <a:rPr lang="bg-BG" sz="2400" err="1"/>
              <a:t>project</a:t>
            </a:r>
            <a:endParaRPr lang="bg-BG" sz="2400"/>
          </a:p>
        </p:txBody>
      </p:sp>
      <p:sp>
        <p:nvSpPr>
          <p:cNvPr id="14" name="Текстово поле 13">
            <a:extLst>
              <a:ext uri="{FF2B5EF4-FFF2-40B4-BE49-F238E27FC236}">
                <a16:creationId xmlns:a16="http://schemas.microsoft.com/office/drawing/2014/main" id="{6AD1FF33-EC11-F22D-2787-7ABA063F5F4C}"/>
              </a:ext>
            </a:extLst>
          </p:cNvPr>
          <p:cNvSpPr txBox="1"/>
          <p:nvPr/>
        </p:nvSpPr>
        <p:spPr>
          <a:xfrm>
            <a:off x="7673479" y="3075098"/>
            <a:ext cx="450928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bg-BG" sz="2400" dirty="0">
                <a:solidFill>
                  <a:srgbClr val="C00000"/>
                </a:solidFill>
              </a:rPr>
              <a:t>PowerPoint </a:t>
            </a:r>
            <a:r>
              <a:rPr lang="bg-BG" sz="2400" dirty="0"/>
              <a:t>&amp; </a:t>
            </a:r>
            <a:r>
              <a:rPr lang="bg-BG" sz="2400" dirty="0">
                <a:solidFill>
                  <a:srgbClr val="00B0F0"/>
                </a:solidFill>
              </a:rPr>
              <a:t>Word</a:t>
            </a:r>
            <a:r>
              <a:rPr lang="bg-BG" sz="2400" dirty="0"/>
              <a:t> </a:t>
            </a:r>
            <a:r>
              <a:rPr lang="bg-BG" sz="2400" dirty="0" err="1"/>
              <a:t>for</a:t>
            </a:r>
            <a:r>
              <a:rPr lang="bg-BG" sz="2400" dirty="0"/>
              <a:t> </a:t>
            </a:r>
            <a:r>
              <a:rPr lang="bg-BG" sz="2400" dirty="0" err="1">
                <a:solidFill>
                  <a:srgbClr val="C00000"/>
                </a:solidFill>
              </a:rPr>
              <a:t>Presentation</a:t>
            </a:r>
            <a:r>
              <a:rPr lang="bg-BG" sz="2400" dirty="0"/>
              <a:t> &amp; </a:t>
            </a:r>
            <a:r>
              <a:rPr lang="bg-BG" sz="2400" dirty="0" err="1">
                <a:solidFill>
                  <a:srgbClr val="00B0F0"/>
                </a:solidFill>
              </a:rPr>
              <a:t>Documentation</a:t>
            </a:r>
            <a:endParaRPr lang="bg-BG" sz="2400">
              <a:solidFill>
                <a:srgbClr val="00B0F0"/>
              </a:solidFill>
            </a:endParaRPr>
          </a:p>
        </p:txBody>
      </p:sp>
      <p:sp>
        <p:nvSpPr>
          <p:cNvPr id="16" name="Текстово поле 15">
            <a:extLst>
              <a:ext uri="{FF2B5EF4-FFF2-40B4-BE49-F238E27FC236}">
                <a16:creationId xmlns:a16="http://schemas.microsoft.com/office/drawing/2014/main" id="{0FF29F02-5F5E-2A10-92F2-D1FEE9E25CFD}"/>
              </a:ext>
            </a:extLst>
          </p:cNvPr>
          <p:cNvSpPr txBox="1"/>
          <p:nvPr/>
        </p:nvSpPr>
        <p:spPr>
          <a:xfrm>
            <a:off x="8218735" y="4789024"/>
            <a:ext cx="4172187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bg-BG" sz="2400" err="1">
                <a:solidFill>
                  <a:schemeClr val="accent5">
                    <a:lumMod val="76000"/>
                  </a:schemeClr>
                </a:solidFill>
              </a:rPr>
              <a:t>Discord</a:t>
            </a:r>
            <a:r>
              <a:rPr lang="bg-BG" sz="2400" dirty="0"/>
              <a:t> &amp; </a:t>
            </a:r>
            <a:r>
              <a:rPr lang="bg-BG" sz="2400" dirty="0">
                <a:solidFill>
                  <a:srgbClr val="002060"/>
                </a:solidFill>
              </a:rPr>
              <a:t>Microsoft </a:t>
            </a:r>
            <a:r>
              <a:rPr lang="bg-BG" sz="2400" err="1">
                <a:solidFill>
                  <a:srgbClr val="002060"/>
                </a:solidFill>
              </a:rPr>
              <a:t>Teams</a:t>
            </a:r>
            <a:r>
              <a:rPr lang="bg-BG" sz="2400" dirty="0"/>
              <a:t> </a:t>
            </a:r>
            <a:r>
              <a:rPr lang="bg-BG" sz="2400" err="1"/>
              <a:t>for</a:t>
            </a:r>
            <a:r>
              <a:rPr lang="bg-BG" sz="2400" dirty="0"/>
              <a:t>  </a:t>
            </a:r>
            <a:r>
              <a:rPr lang="bg-BG" sz="2400" err="1"/>
              <a:t>communication</a:t>
            </a:r>
            <a:r>
              <a:rPr lang="bg-BG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90975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CF63F-49CE-46A9-9819-855F8B022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sz="4400" b="1" dirty="0" err="1">
                <a:ea typeface="Calibri Light"/>
                <a:cs typeface="Calibri Light"/>
              </a:rPr>
              <a:t>Our</a:t>
            </a:r>
            <a:r>
              <a:rPr lang="bg-BG" sz="4400" b="1" dirty="0">
                <a:ea typeface="Calibri Light"/>
                <a:cs typeface="Calibri Light"/>
              </a:rPr>
              <a:t> </a:t>
            </a:r>
            <a:r>
              <a:rPr lang="bg-BG" sz="4400" b="1" dirty="0" err="1">
                <a:ea typeface="Calibri Light"/>
                <a:cs typeface="Calibri Light"/>
              </a:rPr>
              <a:t>Idea</a:t>
            </a:r>
            <a:r>
              <a:rPr lang="bg-BG" sz="4400" b="1" dirty="0">
                <a:ea typeface="Calibri Light"/>
                <a:cs typeface="Calibri Light"/>
              </a:rPr>
              <a:t> &amp; </a:t>
            </a:r>
            <a:r>
              <a:rPr lang="bg-BG" sz="4400" b="1" dirty="0" err="1">
                <a:ea typeface="Calibri Light"/>
                <a:cs typeface="Calibri Light"/>
              </a:rPr>
              <a:t>Goal</a:t>
            </a:r>
            <a:r>
              <a:rPr lang="bg-BG" sz="4400" b="1" dirty="0">
                <a:ea typeface="Calibri Light"/>
                <a:cs typeface="Calibri Light"/>
              </a:rPr>
              <a:t>:</a:t>
            </a:r>
            <a:endParaRPr lang="bg-BG" sz="4400" dirty="0">
              <a:ea typeface="Calibri Light" panose="020F0302020204030204"/>
              <a:cs typeface="Calibri Light" panose="020F03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90AC5C-CD92-4492-F0DB-C6442F9F8C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bg-BG" sz="2400" dirty="0">
                <a:ea typeface="+mn-lt"/>
                <a:cs typeface="+mn-lt"/>
              </a:rPr>
              <a:t>A </a:t>
            </a:r>
            <a:r>
              <a:rPr lang="bg-BG" sz="2400" err="1">
                <a:ea typeface="+mn-lt"/>
                <a:cs typeface="+mn-lt"/>
              </a:rPr>
              <a:t>platform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where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people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can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report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real-time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incidents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like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wildfires</a:t>
            </a:r>
            <a:r>
              <a:rPr lang="bg-BG" sz="2400" dirty="0">
                <a:ea typeface="+mn-lt"/>
                <a:cs typeface="+mn-lt"/>
              </a:rPr>
              <a:t>, </a:t>
            </a:r>
            <a:r>
              <a:rPr lang="bg-BG" sz="2400" err="1">
                <a:ea typeface="+mn-lt"/>
                <a:cs typeface="+mn-lt"/>
              </a:rPr>
              <a:t>floods</a:t>
            </a:r>
            <a:r>
              <a:rPr lang="bg-BG" sz="2400" dirty="0">
                <a:ea typeface="+mn-lt"/>
                <a:cs typeface="+mn-lt"/>
              </a:rPr>
              <a:t>, </a:t>
            </a:r>
            <a:r>
              <a:rPr lang="bg-BG" sz="2400" err="1">
                <a:ea typeface="+mn-lt"/>
                <a:cs typeface="+mn-lt"/>
              </a:rPr>
              <a:t>or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accidents</a:t>
            </a:r>
            <a:r>
              <a:rPr lang="bg-BG" sz="2400" dirty="0">
                <a:ea typeface="+mn-lt"/>
                <a:cs typeface="+mn-lt"/>
              </a:rPr>
              <a:t>, </a:t>
            </a:r>
            <a:r>
              <a:rPr lang="bg-BG" sz="2400" err="1">
                <a:ea typeface="+mn-lt"/>
                <a:cs typeface="+mn-lt"/>
              </a:rPr>
              <a:t>and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also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access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expert-vetted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safety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articles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to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stay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informed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and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prepared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during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err="1">
                <a:ea typeface="+mn-lt"/>
                <a:cs typeface="+mn-lt"/>
              </a:rPr>
              <a:t>emergencies</a:t>
            </a:r>
            <a:r>
              <a:rPr lang="bg-BG" sz="2400" dirty="0">
                <a:ea typeface="+mn-lt"/>
                <a:cs typeface="+mn-lt"/>
              </a:rPr>
              <a:t>.</a:t>
            </a:r>
          </a:p>
          <a:p>
            <a:r>
              <a:rPr lang="bg-BG" sz="2400" dirty="0" err="1">
                <a:ea typeface="+mn-lt"/>
                <a:cs typeface="+mn-lt"/>
              </a:rPr>
              <a:t>Learning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dirty="0" err="1">
                <a:ea typeface="+mn-lt"/>
                <a:cs typeface="+mn-lt"/>
              </a:rPr>
              <a:t>how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dirty="0" err="1">
                <a:ea typeface="+mn-lt"/>
                <a:cs typeface="+mn-lt"/>
              </a:rPr>
              <a:t>to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dirty="0" err="1">
                <a:ea typeface="+mn-lt"/>
                <a:cs typeface="+mn-lt"/>
              </a:rPr>
              <a:t>respond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dirty="0" err="1">
                <a:ea typeface="+mn-lt"/>
                <a:cs typeface="+mn-lt"/>
              </a:rPr>
              <a:t>effectively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dirty="0" err="1">
                <a:ea typeface="+mn-lt"/>
                <a:cs typeface="+mn-lt"/>
              </a:rPr>
              <a:t>to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dirty="0" err="1">
                <a:ea typeface="+mn-lt"/>
                <a:cs typeface="+mn-lt"/>
              </a:rPr>
              <a:t>dangerous</a:t>
            </a:r>
            <a:r>
              <a:rPr lang="bg-BG" sz="2400" dirty="0">
                <a:ea typeface="+mn-lt"/>
                <a:cs typeface="+mn-lt"/>
              </a:rPr>
              <a:t> </a:t>
            </a:r>
            <a:r>
              <a:rPr lang="bg-BG" sz="2400" dirty="0" err="1">
                <a:ea typeface="+mn-lt"/>
                <a:cs typeface="+mn-lt"/>
              </a:rPr>
              <a:t>situations</a:t>
            </a:r>
            <a:r>
              <a:rPr lang="bg-BG" dirty="0">
                <a:ea typeface="+mn-lt"/>
                <a:cs typeface="+mn-lt"/>
              </a:rPr>
              <a:t>.</a:t>
            </a:r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851976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86298-CE8A-4BF9-F503-A873CB460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err="1">
                <a:ea typeface="Calibri Light"/>
                <a:cs typeface="Calibri Light"/>
              </a:rPr>
              <a:t>Early</a:t>
            </a:r>
            <a:r>
              <a:rPr lang="bg-BG" dirty="0">
                <a:ea typeface="Calibri Light"/>
                <a:cs typeface="Calibri Light"/>
              </a:rPr>
              <a:t> </a:t>
            </a:r>
            <a:r>
              <a:rPr lang="bg-BG" dirty="0" err="1">
                <a:ea typeface="Calibri Light"/>
                <a:cs typeface="Calibri Light"/>
              </a:rPr>
              <a:t>Concept</a:t>
            </a:r>
            <a:endParaRPr lang="bg-BG" dirty="0" err="1"/>
          </a:p>
        </p:txBody>
      </p:sp>
      <p:pic>
        <p:nvPicPr>
          <p:cNvPr id="4" name="Content Placeholder 3" descr="Картина, която съдържа електроника, текст, дисплей, компютър&#10;&#10;Генерирано от ИИ съдържание може да е неправилно.">
            <a:extLst>
              <a:ext uri="{FF2B5EF4-FFF2-40B4-BE49-F238E27FC236}">
                <a16:creationId xmlns:a16="http://schemas.microsoft.com/office/drawing/2014/main" id="{616A3F60-056A-E924-F901-FBE99413A5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25683" y="1255797"/>
            <a:ext cx="5867400" cy="4343400"/>
          </a:xfrm>
        </p:spPr>
      </p:pic>
      <p:pic>
        <p:nvPicPr>
          <p:cNvPr id="6" name="Картина 5" descr="Картина, която съдържа текст, екранна снимка, софтуер, Операционна система&#10;&#10;Генерирано от ИИ съдържание може да е неправилно.">
            <a:extLst>
              <a:ext uri="{FF2B5EF4-FFF2-40B4-BE49-F238E27FC236}">
                <a16:creationId xmlns:a16="http://schemas.microsoft.com/office/drawing/2014/main" id="{E56FC14C-2BE7-8DAA-AAAE-822AC99ED8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7458" y="1573299"/>
            <a:ext cx="4881948" cy="261988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7" name="Текстово поле 6">
            <a:extLst>
              <a:ext uri="{FF2B5EF4-FFF2-40B4-BE49-F238E27FC236}">
                <a16:creationId xmlns:a16="http://schemas.microsoft.com/office/drawing/2014/main" id="{E40FC62C-8885-29BA-4A60-F5E647EFC8DD}"/>
              </a:ext>
            </a:extLst>
          </p:cNvPr>
          <p:cNvSpPr txBox="1"/>
          <p:nvPr/>
        </p:nvSpPr>
        <p:spPr>
          <a:xfrm>
            <a:off x="7334277" y="5597767"/>
            <a:ext cx="185706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bg-BG" dirty="0">
                <a:latin typeface="Calibri"/>
                <a:ea typeface="Calibri"/>
                <a:cs typeface="Calibri"/>
              </a:rPr>
              <a:t>-</a:t>
            </a:r>
            <a:r>
              <a:rPr lang="bg-BG" err="1">
                <a:latin typeface="Calibri"/>
                <a:ea typeface="Calibri"/>
                <a:cs typeface="Calibri"/>
              </a:rPr>
              <a:t>First</a:t>
            </a:r>
            <a:r>
              <a:rPr lang="bg-BG" dirty="0">
                <a:latin typeface="Calibri"/>
                <a:ea typeface="Calibri"/>
                <a:cs typeface="Calibri"/>
              </a:rPr>
              <a:t> </a:t>
            </a:r>
            <a:r>
              <a:rPr lang="bg-BG" err="1">
                <a:latin typeface="Calibri"/>
                <a:ea typeface="Calibri"/>
                <a:cs typeface="Calibri"/>
              </a:rPr>
              <a:t>prototype</a:t>
            </a:r>
            <a:endParaRPr lang="bg-BG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7106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17C4610E-9C18-467B-BF10-BE6A974CC3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296DF307-344E-4E9B-A7AA-8139E450D1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E263CC2D-ACFB-4EB3-ADF9-CD82BC8422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2" name="Freeform 7">
              <a:extLst>
                <a:ext uri="{FF2B5EF4-FFF2-40B4-BE49-F238E27FC236}">
                  <a16:creationId xmlns:a16="http://schemas.microsoft.com/office/drawing/2014/main" id="{C5366E2F-9BA0-485A-B1CA-A5E6E2E379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3" name="Freeform 8">
              <a:extLst>
                <a:ext uri="{FF2B5EF4-FFF2-40B4-BE49-F238E27FC236}">
                  <a16:creationId xmlns:a16="http://schemas.microsoft.com/office/drawing/2014/main" id="{1803051E-7C26-4F53-8293-B4EAED4212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4" name="Freeform 9">
              <a:extLst>
                <a:ext uri="{FF2B5EF4-FFF2-40B4-BE49-F238E27FC236}">
                  <a16:creationId xmlns:a16="http://schemas.microsoft.com/office/drawing/2014/main" id="{D10888CD-E496-4116-9C45-CF4F17ADE6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5" name="Freeform 10">
              <a:extLst>
                <a:ext uri="{FF2B5EF4-FFF2-40B4-BE49-F238E27FC236}">
                  <a16:creationId xmlns:a16="http://schemas.microsoft.com/office/drawing/2014/main" id="{0A42DA8F-DA3D-43E9-A184-E0F6C133A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6" name="Freeform 11">
              <a:extLst>
                <a:ext uri="{FF2B5EF4-FFF2-40B4-BE49-F238E27FC236}">
                  <a16:creationId xmlns:a16="http://schemas.microsoft.com/office/drawing/2014/main" id="{473EAD31-7AA3-49B7-ADD6-C13FF0F14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7" name="Freeform 12">
              <a:extLst>
                <a:ext uri="{FF2B5EF4-FFF2-40B4-BE49-F238E27FC236}">
                  <a16:creationId xmlns:a16="http://schemas.microsoft.com/office/drawing/2014/main" id="{2BBB7CDF-BA2E-451F-9201-CF2B6FEAEA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8" name="Freeform 13">
              <a:extLst>
                <a:ext uri="{FF2B5EF4-FFF2-40B4-BE49-F238E27FC236}">
                  <a16:creationId xmlns:a16="http://schemas.microsoft.com/office/drawing/2014/main" id="{84809EF2-CD0D-4BC3-ABC7-E7E312A1D7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9" name="Freeform 14">
              <a:extLst>
                <a:ext uri="{FF2B5EF4-FFF2-40B4-BE49-F238E27FC236}">
                  <a16:creationId xmlns:a16="http://schemas.microsoft.com/office/drawing/2014/main" id="{11D2D6C5-637B-4AFE-97F4-D4E48A6134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0" name="Freeform 15">
              <a:extLst>
                <a:ext uri="{FF2B5EF4-FFF2-40B4-BE49-F238E27FC236}">
                  <a16:creationId xmlns:a16="http://schemas.microsoft.com/office/drawing/2014/main" id="{F841B2C5-57F5-4FE6-B4D4-EBB3F30881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1" name="Freeform 16">
              <a:extLst>
                <a:ext uri="{FF2B5EF4-FFF2-40B4-BE49-F238E27FC236}">
                  <a16:creationId xmlns:a16="http://schemas.microsoft.com/office/drawing/2014/main" id="{B4822A39-2A52-4B2C-9319-BEFC526DB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2" name="Freeform 17">
              <a:extLst>
                <a:ext uri="{FF2B5EF4-FFF2-40B4-BE49-F238E27FC236}">
                  <a16:creationId xmlns:a16="http://schemas.microsoft.com/office/drawing/2014/main" id="{4E469692-E783-4950-8DEC-3A1FD3978B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3" name="Freeform 18">
              <a:extLst>
                <a:ext uri="{FF2B5EF4-FFF2-40B4-BE49-F238E27FC236}">
                  <a16:creationId xmlns:a16="http://schemas.microsoft.com/office/drawing/2014/main" id="{012909CD-3254-41E5-B8BB-0F2D7CE0D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4" name="Freeform 19">
              <a:extLst>
                <a:ext uri="{FF2B5EF4-FFF2-40B4-BE49-F238E27FC236}">
                  <a16:creationId xmlns:a16="http://schemas.microsoft.com/office/drawing/2014/main" id="{93E7648E-861E-4503-AEDC-56C4EC507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5" name="Freeform 20">
              <a:extLst>
                <a:ext uri="{FF2B5EF4-FFF2-40B4-BE49-F238E27FC236}">
                  <a16:creationId xmlns:a16="http://schemas.microsoft.com/office/drawing/2014/main" id="{F9C72257-EBD0-4D1C-A32C-D846446872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6" name="Freeform 21">
              <a:extLst>
                <a:ext uri="{FF2B5EF4-FFF2-40B4-BE49-F238E27FC236}">
                  <a16:creationId xmlns:a16="http://schemas.microsoft.com/office/drawing/2014/main" id="{87BB2CBB-9C22-4E28-AB86-DC92AEE2DB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7" name="Freeform 22">
              <a:extLst>
                <a:ext uri="{FF2B5EF4-FFF2-40B4-BE49-F238E27FC236}">
                  <a16:creationId xmlns:a16="http://schemas.microsoft.com/office/drawing/2014/main" id="{F85B3053-8D9F-410A-80C2-7960DDEA6A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28" name="Freeform 23">
              <a:extLst>
                <a:ext uri="{FF2B5EF4-FFF2-40B4-BE49-F238E27FC236}">
                  <a16:creationId xmlns:a16="http://schemas.microsoft.com/office/drawing/2014/main" id="{E8FF5DA7-6E72-41F1-A54C-EAF440A274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899734C-500F-4274-9854-8BFA14A1D7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F07BF51-2934-47AD-A415-7400882F14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DD6E3DF0-EDC0-458B-9C5B-911814F0A6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5D0824B1-47C9-4504-99FB-CB1505197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 useBgFill="1">
        <p:nvSpPr>
          <p:cNvPr id="35" name="Rectangle 34">
            <a:extLst>
              <a:ext uri="{FF2B5EF4-FFF2-40B4-BE49-F238E27FC236}">
                <a16:creationId xmlns:a16="http://schemas.microsoft.com/office/drawing/2014/main" id="{34DD805B-2A7B-4ADA-9C4D-E0C9F192DB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664A566-6D08-4E84-9708-4916A20016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38" name="Freeform 5">
              <a:extLst>
                <a:ext uri="{FF2B5EF4-FFF2-40B4-BE49-F238E27FC236}">
                  <a16:creationId xmlns:a16="http://schemas.microsoft.com/office/drawing/2014/main" id="{871B622B-6E58-4933-88EC-99F28705F7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329674" y="1298404"/>
              <a:ext cx="9702800" cy="5573512"/>
            </a:xfrm>
            <a:custGeom>
              <a:avLst/>
              <a:gdLst>
                <a:gd name="T0" fmla="*/ 1752 w 2038"/>
                <a:gd name="T1" fmla="*/ 1169 h 1169"/>
                <a:gd name="T2" fmla="*/ 1487 w 2038"/>
                <a:gd name="T3" fmla="*/ 334 h 1169"/>
                <a:gd name="T4" fmla="*/ 860 w 2038"/>
                <a:gd name="T5" fmla="*/ 22 h 1169"/>
                <a:gd name="T6" fmla="*/ 199 w 2038"/>
                <a:gd name="T7" fmla="*/ 318 h 1169"/>
                <a:gd name="T8" fmla="*/ 399 w 2038"/>
                <a:gd name="T9" fmla="*/ 1165 h 1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Freeform 6">
              <a:extLst>
                <a:ext uri="{FF2B5EF4-FFF2-40B4-BE49-F238E27FC236}">
                  <a16:creationId xmlns:a16="http://schemas.microsoft.com/office/drawing/2014/main" id="{EE9A4681-AC1B-4ABC-9A1C-C7E7F08A0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70451" y="2018236"/>
              <a:ext cx="7373938" cy="4848892"/>
            </a:xfrm>
            <a:custGeom>
              <a:avLst/>
              <a:gdLst>
                <a:gd name="T0" fmla="*/ 1025 w 1549"/>
                <a:gd name="T1" fmla="*/ 1016 h 1017"/>
                <a:gd name="T2" fmla="*/ 1443 w 1549"/>
                <a:gd name="T3" fmla="*/ 592 h 1017"/>
                <a:gd name="T4" fmla="*/ 782 w 1549"/>
                <a:gd name="T5" fmla="*/ 53 h 1017"/>
                <a:gd name="T6" fmla="*/ 150 w 1549"/>
                <a:gd name="T7" fmla="*/ 329 h 1017"/>
                <a:gd name="T8" fmla="*/ 477 w 1549"/>
                <a:gd name="T9" fmla="*/ 1017 h 10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Freeform 7">
              <a:extLst>
                <a:ext uri="{FF2B5EF4-FFF2-40B4-BE49-F238E27FC236}">
                  <a16:creationId xmlns:a16="http://schemas.microsoft.com/office/drawing/2014/main" id="{F1EEAF4B-DA1A-4CC9-9CE4-587A9E2E17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51351" y="1788400"/>
              <a:ext cx="8035925" cy="5083516"/>
            </a:xfrm>
            <a:custGeom>
              <a:avLst/>
              <a:gdLst>
                <a:gd name="T0" fmla="*/ 1302 w 1688"/>
                <a:gd name="T1" fmla="*/ 1066 h 1066"/>
                <a:gd name="T2" fmla="*/ 1613 w 1688"/>
                <a:gd name="T3" fmla="*/ 850 h 1066"/>
                <a:gd name="T4" fmla="*/ 1517 w 1688"/>
                <a:gd name="T5" fmla="*/ 471 h 1066"/>
                <a:gd name="T6" fmla="*/ 798 w 1688"/>
                <a:gd name="T7" fmla="*/ 28 h 1066"/>
                <a:gd name="T8" fmla="*/ 181 w 1688"/>
                <a:gd name="T9" fmla="*/ 333 h 1066"/>
                <a:gd name="T10" fmla="*/ 420 w 1688"/>
                <a:gd name="T11" fmla="*/ 1066 h 1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Freeform 8">
              <a:extLst>
                <a:ext uri="{FF2B5EF4-FFF2-40B4-BE49-F238E27FC236}">
                  <a16:creationId xmlns:a16="http://schemas.microsoft.com/office/drawing/2014/main" id="{4591EF24-12A6-499B-8074-7E3DFBE6E3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49842"/>
              <a:ext cx="10334625" cy="6322075"/>
            </a:xfrm>
            <a:custGeom>
              <a:avLst/>
              <a:gdLst>
                <a:gd name="T0" fmla="*/ 1873 w 2171"/>
                <a:gd name="T1" fmla="*/ 1326 h 1326"/>
                <a:gd name="T2" fmla="*/ 1609 w 2171"/>
                <a:gd name="T3" fmla="*/ 473 h 1326"/>
                <a:gd name="T4" fmla="*/ 880 w 2171"/>
                <a:gd name="T5" fmla="*/ 63 h 1326"/>
                <a:gd name="T6" fmla="*/ 0 w 2171"/>
                <a:gd name="T7" fmla="*/ 423 h 13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Freeform 9">
              <a:extLst>
                <a:ext uri="{FF2B5EF4-FFF2-40B4-BE49-F238E27FC236}">
                  <a16:creationId xmlns:a16="http://schemas.microsoft.com/office/drawing/2014/main" id="{66866784-2E4F-4C28-BE67-875B71B7C1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6186246"/>
              <a:ext cx="504825" cy="681527"/>
            </a:xfrm>
            <a:custGeom>
              <a:avLst/>
              <a:gdLst>
                <a:gd name="T0" fmla="*/ 0 w 106"/>
                <a:gd name="T1" fmla="*/ 0 h 143"/>
                <a:gd name="T2" fmla="*/ 106 w 106"/>
                <a:gd name="T3" fmla="*/ 143 h 1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Freeform 10">
              <a:extLst>
                <a:ext uri="{FF2B5EF4-FFF2-40B4-BE49-F238E27FC236}">
                  <a16:creationId xmlns:a16="http://schemas.microsoft.com/office/drawing/2014/main" id="{752279D8-59CC-4821-B591-79994164F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-51881"/>
              <a:ext cx="11091863" cy="6923796"/>
            </a:xfrm>
            <a:custGeom>
              <a:avLst/>
              <a:gdLst>
                <a:gd name="T0" fmla="*/ 2046 w 2330"/>
                <a:gd name="T1" fmla="*/ 1452 h 1452"/>
                <a:gd name="T2" fmla="*/ 1813 w 2330"/>
                <a:gd name="T3" fmla="*/ 601 h 1452"/>
                <a:gd name="T4" fmla="*/ 956 w 2330"/>
                <a:gd name="T5" fmla="*/ 97 h 1452"/>
                <a:gd name="T6" fmla="*/ 0 w 2330"/>
                <a:gd name="T7" fmla="*/ 366 h 14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Freeform 11">
              <a:extLst>
                <a:ext uri="{FF2B5EF4-FFF2-40B4-BE49-F238E27FC236}">
                  <a16:creationId xmlns:a16="http://schemas.microsoft.com/office/drawing/2014/main" id="{FB4FBA9C-1D3E-4B35-8A79-25478153F5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26601" y="5579"/>
              <a:ext cx="5788025" cy="6847184"/>
            </a:xfrm>
            <a:custGeom>
              <a:avLst/>
              <a:gdLst>
                <a:gd name="T0" fmla="*/ 1094 w 1216"/>
                <a:gd name="T1" fmla="*/ 1436 h 1436"/>
                <a:gd name="T2" fmla="*/ 709 w 1216"/>
                <a:gd name="T3" fmla="*/ 551 h 1436"/>
                <a:gd name="T4" fmla="*/ 0 w 1216"/>
                <a:gd name="T5" fmla="*/ 0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Freeform 12">
              <a:extLst>
                <a:ext uri="{FF2B5EF4-FFF2-40B4-BE49-F238E27FC236}">
                  <a16:creationId xmlns:a16="http://schemas.microsoft.com/office/drawing/2014/main" id="{9428A193-740A-43D2-B875-80CB90AD91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1057275" cy="614491"/>
            </a:xfrm>
            <a:custGeom>
              <a:avLst/>
              <a:gdLst>
                <a:gd name="T0" fmla="*/ 222 w 222"/>
                <a:gd name="T1" fmla="*/ 0 h 129"/>
                <a:gd name="T2" fmla="*/ 0 w 222"/>
                <a:gd name="T3" fmla="*/ 129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Freeform 13">
              <a:extLst>
                <a:ext uri="{FF2B5EF4-FFF2-40B4-BE49-F238E27FC236}">
                  <a16:creationId xmlns:a16="http://schemas.microsoft.com/office/drawing/2014/main" id="{92B2EFF8-5790-427A-ABED-1680FD133D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21889" y="5579"/>
              <a:ext cx="5588000" cy="6866337"/>
            </a:xfrm>
            <a:custGeom>
              <a:avLst/>
              <a:gdLst>
                <a:gd name="T0" fmla="*/ 1067 w 1174"/>
                <a:gd name="T1" fmla="*/ 1440 h 1440"/>
                <a:gd name="T2" fmla="*/ 698 w 1174"/>
                <a:gd name="T3" fmla="*/ 577 h 1440"/>
                <a:gd name="T4" fmla="*/ 0 w 1174"/>
                <a:gd name="T5" fmla="*/ 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7" name="Freeform 14">
              <a:extLst>
                <a:ext uri="{FF2B5EF4-FFF2-40B4-BE49-F238E27FC236}">
                  <a16:creationId xmlns:a16="http://schemas.microsoft.com/office/drawing/2014/main" id="{782C5932-1596-43AA-BD7E-0F94FB8A9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701" y="790"/>
              <a:ext cx="595313" cy="352734"/>
            </a:xfrm>
            <a:custGeom>
              <a:avLst/>
              <a:gdLst>
                <a:gd name="T0" fmla="*/ 125 w 125"/>
                <a:gd name="T1" fmla="*/ 0 h 74"/>
                <a:gd name="T2" fmla="*/ 0 w 125"/>
                <a:gd name="T3" fmla="*/ 74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Freeform 15">
              <a:extLst>
                <a:ext uri="{FF2B5EF4-FFF2-40B4-BE49-F238E27FC236}">
                  <a16:creationId xmlns:a16="http://schemas.microsoft.com/office/drawing/2014/main" id="{EFC81310-1590-4DBE-BF0B-DADBCF9F88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012389" y="5579"/>
              <a:ext cx="5497513" cy="6866337"/>
            </a:xfrm>
            <a:custGeom>
              <a:avLst/>
              <a:gdLst>
                <a:gd name="T0" fmla="*/ 1056 w 1155"/>
                <a:gd name="T1" fmla="*/ 1440 h 1440"/>
                <a:gd name="T2" fmla="*/ 686 w 1155"/>
                <a:gd name="T3" fmla="*/ 580 h 1440"/>
                <a:gd name="T4" fmla="*/ 0 w 1155"/>
                <a:gd name="T5" fmla="*/ 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Freeform 16">
              <a:extLst>
                <a:ext uri="{FF2B5EF4-FFF2-40B4-BE49-F238E27FC236}">
                  <a16:creationId xmlns:a16="http://schemas.microsoft.com/office/drawing/2014/main" id="{968BA84E-DD0E-4FCD-8EDA-76DF8E09FB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061" y="5579"/>
              <a:ext cx="357188" cy="213875"/>
            </a:xfrm>
            <a:custGeom>
              <a:avLst/>
              <a:gdLst>
                <a:gd name="T0" fmla="*/ 75 w 75"/>
                <a:gd name="T1" fmla="*/ 0 h 45"/>
                <a:gd name="T2" fmla="*/ 0 w 75"/>
                <a:gd name="T3" fmla="*/ 45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Freeform 17">
              <a:extLst>
                <a:ext uri="{FF2B5EF4-FFF2-40B4-BE49-F238E27FC236}">
                  <a16:creationId xmlns:a16="http://schemas.microsoft.com/office/drawing/2014/main" id="{1D3D7541-A0D9-4993-B691-D2D5B8B3EF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210826" y="790"/>
              <a:ext cx="5522913" cy="6871126"/>
            </a:xfrm>
            <a:custGeom>
              <a:avLst/>
              <a:gdLst>
                <a:gd name="T0" fmla="*/ 1053 w 1160"/>
                <a:gd name="T1" fmla="*/ 1441 h 1441"/>
                <a:gd name="T2" fmla="*/ 705 w 1160"/>
                <a:gd name="T3" fmla="*/ 599 h 1441"/>
                <a:gd name="T4" fmla="*/ 0 w 1160"/>
                <a:gd name="T5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Freeform 18">
              <a:extLst>
                <a:ext uri="{FF2B5EF4-FFF2-40B4-BE49-F238E27FC236}">
                  <a16:creationId xmlns:a16="http://schemas.microsoft.com/office/drawing/2014/main" id="{9FB31D01-8168-4494-8C2F-727E555A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63239" y="5579"/>
              <a:ext cx="5413375" cy="6866337"/>
            </a:xfrm>
            <a:custGeom>
              <a:avLst/>
              <a:gdLst>
                <a:gd name="T0" fmla="*/ 1040 w 1137"/>
                <a:gd name="T1" fmla="*/ 1440 h 1440"/>
                <a:gd name="T2" fmla="*/ 698 w 1137"/>
                <a:gd name="T3" fmla="*/ 611 h 1440"/>
                <a:gd name="T4" fmla="*/ 0 w 1137"/>
                <a:gd name="T5" fmla="*/ 0 h 1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Freeform 19">
              <a:extLst>
                <a:ext uri="{FF2B5EF4-FFF2-40B4-BE49-F238E27FC236}">
                  <a16:creationId xmlns:a16="http://schemas.microsoft.com/office/drawing/2014/main" id="{8C455EEB-FD40-414D-A542-FB35DEB73C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877576" y="5579"/>
              <a:ext cx="5037138" cy="6861550"/>
            </a:xfrm>
            <a:custGeom>
              <a:avLst/>
              <a:gdLst>
                <a:gd name="T0" fmla="*/ 1011 w 1058"/>
                <a:gd name="T1" fmla="*/ 1439 h 1439"/>
                <a:gd name="T2" fmla="*/ 648 w 1058"/>
                <a:gd name="T3" fmla="*/ 617 h 1439"/>
                <a:gd name="T4" fmla="*/ 0 w 1058"/>
                <a:gd name="T5" fmla="*/ 0 h 14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Freeform 20">
              <a:extLst>
                <a:ext uri="{FF2B5EF4-FFF2-40B4-BE49-F238E27FC236}">
                  <a16:creationId xmlns:a16="http://schemas.microsoft.com/office/drawing/2014/main" id="{F08F1FC1-956F-4494-BAFD-D504E9307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768289" y="5579"/>
              <a:ext cx="3417888" cy="2742066"/>
            </a:xfrm>
            <a:custGeom>
              <a:avLst/>
              <a:gdLst>
                <a:gd name="T0" fmla="*/ 718 w 718"/>
                <a:gd name="T1" fmla="*/ 575 h 575"/>
                <a:gd name="T2" fmla="*/ 0 w 718"/>
                <a:gd name="T3" fmla="*/ 0 h 5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4" name="Freeform 21">
              <a:extLst>
                <a:ext uri="{FF2B5EF4-FFF2-40B4-BE49-F238E27FC236}">
                  <a16:creationId xmlns:a16="http://schemas.microsoft.com/office/drawing/2014/main" id="{BEEDE1AA-8DCD-43D3-BC15-574840314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235014" y="10367"/>
              <a:ext cx="2951163" cy="2555325"/>
            </a:xfrm>
            <a:custGeom>
              <a:avLst/>
              <a:gdLst>
                <a:gd name="T0" fmla="*/ 620 w 620"/>
                <a:gd name="T1" fmla="*/ 536 h 536"/>
                <a:gd name="T2" fmla="*/ 0 w 620"/>
                <a:gd name="T3" fmla="*/ 0 h 5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Freeform 22">
              <a:extLst>
                <a:ext uri="{FF2B5EF4-FFF2-40B4-BE49-F238E27FC236}">
                  <a16:creationId xmlns:a16="http://schemas.microsoft.com/office/drawing/2014/main" id="{E36CDA69-ED79-4DCF-9761-0B6134FA63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020826" y="5579"/>
              <a:ext cx="2165350" cy="1358265"/>
            </a:xfrm>
            <a:custGeom>
              <a:avLst/>
              <a:gdLst>
                <a:gd name="T0" fmla="*/ 0 w 455"/>
                <a:gd name="T1" fmla="*/ 0 h 285"/>
                <a:gd name="T2" fmla="*/ 455 w 455"/>
                <a:gd name="T3" fmla="*/ 285 h 2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Freeform 23">
              <a:extLst>
                <a:ext uri="{FF2B5EF4-FFF2-40B4-BE49-F238E27FC236}">
                  <a16:creationId xmlns:a16="http://schemas.microsoft.com/office/drawing/2014/main" id="{5F812C02-CFCB-47F4-B493-7753519FCA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90826" y="5579"/>
              <a:ext cx="895350" cy="534687"/>
            </a:xfrm>
            <a:custGeom>
              <a:avLst/>
              <a:gdLst>
                <a:gd name="T0" fmla="*/ 0 w 188"/>
                <a:gd name="T1" fmla="*/ 0 h 112"/>
                <a:gd name="T2" fmla="*/ 188 w 188"/>
                <a:gd name="T3" fmla="*/ 112 h 1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B83678BA-0A50-4D51-9E9E-08BB66F83C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07084" y="1186483"/>
            <a:ext cx="3822597" cy="4477933"/>
            <a:chOff x="807084" y="1186483"/>
            <a:chExt cx="3822597" cy="4477933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F1A8F65D-5E8F-4CA5-9240-1357120F93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7531" y="1186483"/>
              <a:ext cx="3821702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Isosceles Triangle 39">
              <a:extLst>
                <a:ext uri="{FF2B5EF4-FFF2-40B4-BE49-F238E27FC236}">
                  <a16:creationId xmlns:a16="http://schemas.microsoft.com/office/drawing/2014/main" id="{2A4731E5-DE5F-4215-9525-99426B3909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2514766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3478866D-C5E9-4968-BEF7-B1F0308089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7084" y="1991156"/>
              <a:ext cx="3822597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496ACB3-0098-1AAD-0BFB-1913DDFB5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5415" y="2075504"/>
            <a:ext cx="3654569" cy="2042725"/>
          </a:xfrm>
        </p:spPr>
        <p:txBody>
          <a:bodyPr vert="horz" lIns="228600" tIns="228600" rIns="228600" bIns="0" rtlCol="0" anchor="b">
            <a:normAutofit/>
          </a:bodyPr>
          <a:lstStyle/>
          <a:p>
            <a:pPr>
              <a:lnSpc>
                <a:spcPct val="80000"/>
              </a:lnSpc>
            </a:pPr>
            <a:r>
              <a:rPr lang="en-US" sz="4600"/>
              <a:t>Let's move on to our project!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BF6EDB4-B4ED-4900-9E38-A7AE0EEEEA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40150" y="-6706"/>
            <a:ext cx="6751849" cy="68711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>
                <a:alpha val="2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 descr="Картина, която съдържа графична колекция&#10;&#10;Генерирано от ИИ съдържание може да е неправилно.">
            <a:extLst>
              <a:ext uri="{FF2B5EF4-FFF2-40B4-BE49-F238E27FC236}">
                <a16:creationId xmlns:a16="http://schemas.microsoft.com/office/drawing/2014/main" id="{2C65C0B3-D6D9-4F80-CC77-92F7C1DA05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57262" y="835075"/>
            <a:ext cx="6120318" cy="519699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53716739"/>
      </p:ext>
    </p:extLst>
  </p:cSld>
  <p:clrMapOvr>
    <a:masterClrMapping/>
  </p:clrMapOvr>
</p:sld>
</file>

<file path=ppt/theme/theme1.xml><?xml version="1.0" encoding="utf-8"?>
<a:theme xmlns:a="http://schemas.openxmlformats.org/drawingml/2006/main" name="Atlas">
  <a:themeElements>
    <a:clrScheme name="Atlas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Atlas</vt:lpstr>
      <vt:lpstr>Presentation</vt:lpstr>
      <vt:lpstr>Our members:</vt:lpstr>
      <vt:lpstr>Used Technologies/Apps</vt:lpstr>
      <vt:lpstr>Our Idea &amp; Goal:</vt:lpstr>
      <vt:lpstr>Early Concept</vt:lpstr>
      <vt:lpstr>Let's move on to our project!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190</cp:revision>
  <dcterms:created xsi:type="dcterms:W3CDTF">2025-06-07T05:42:51Z</dcterms:created>
  <dcterms:modified xsi:type="dcterms:W3CDTF">2025-06-07T19:29:19Z</dcterms:modified>
</cp:coreProperties>
</file>